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howGuides="1">
      <p:cViewPr varScale="1">
        <p:scale>
          <a:sx n="36" d="100"/>
          <a:sy n="36" d="100"/>
        </p:scale>
        <p:origin x="72" y="7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8E7EF5-A5D4-34F0-7431-9D1698126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AA4772-8F66-2A75-1D63-C856569F3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F2F8F9-41D0-A5EF-0134-288132F09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A030-5F4C-48CC-A8EF-DA38A7D518AE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05CBBF-6E13-0499-CFAD-6A7428DFE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FBDACA-1BF8-4398-CE7A-CE7AA238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48B7-B4D8-40F4-967C-C2806F13F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53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0CCE4-1CE7-4752-F020-EFF0A7E5A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94F35A-2BBD-1649-B5A3-785F3FC89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DFF544-B2BB-73BB-4E3C-2CFAEC5B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A030-5F4C-48CC-A8EF-DA38A7D518AE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62A788-83E0-352E-D2EE-D7E8570C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E35DF7-10CB-8AAD-B7D9-3DEF1B74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48B7-B4D8-40F4-967C-C2806F13F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772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25FD21-84E4-ED94-0F94-9759D4AF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59A971-82FF-1FCF-5B24-0DD453C42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529227-4BD2-D79F-7AC9-EFBBAA9B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A030-5F4C-48CC-A8EF-DA38A7D518AE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2721FE-ABB0-CBE7-0744-D81A1BED9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C24FEB-B32F-20B2-9F0B-3DABE2F9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48B7-B4D8-40F4-967C-C2806F13F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179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5F69E2-42C3-1358-B493-18A25E3B9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0A89B8-1720-47FE-A693-354F36379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6F081D-16AC-6E5E-B4F6-691E00E4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257655-4EFB-7674-5A26-DCF822BC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A030-5F4C-48CC-A8EF-DA38A7D518AE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433F22-ACAB-A0EE-B5EB-09278110C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52C5FB-FC1B-7B4C-C416-711D7BA91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48B7-B4D8-40F4-967C-C2806F13F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37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6B97E-A35B-FEB2-5C42-575B41B2A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B359F5-2C8F-DE1B-D41C-7CEC7D6F9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1D85C7-EFF1-E3BD-38C5-09B85A6AF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D72B72-959F-1087-9763-693AF7F86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6B5D2B-6C52-96D4-A6F6-40A36E052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40B736C-4054-4B45-6387-C18067324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A030-5F4C-48CC-A8EF-DA38A7D518AE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EFFA84-A8E6-E3F7-7365-BFF72C61B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BCF406-81E1-7841-BD7A-75BB6DDF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48B7-B4D8-40F4-967C-C2806F13F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589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BB0B4-BA7E-2B43-7BB1-68E4BA9B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41C183-5627-2648-E2AE-5336F678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A030-5F4C-48CC-A8EF-DA38A7D518AE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475D40-4EDD-B237-E664-0957957A5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991FCD-989A-B962-A8E4-468F2E36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48B7-B4D8-40F4-967C-C2806F13F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174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8D54FF-BD18-412E-E0F8-88F801B00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A030-5F4C-48CC-A8EF-DA38A7D518AE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900CEA-9245-C631-DB60-3C3BD48CC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BE726A-2119-772A-69E9-021BF05E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48B7-B4D8-40F4-967C-C2806F13F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24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451242-275B-76F5-A039-7E0B8FE3E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321B3A-9BDC-514D-A25E-AC3E00B9A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DF0C47-EBDF-38FF-3857-616DFC231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D22413-DEB3-44C8-7E09-82C9A7E9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A030-5F4C-48CC-A8EF-DA38A7D518AE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7C5292-8EC4-7A1C-C5D7-3C9403FB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4EB9EB-38F3-FE63-3446-7924779A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48B7-B4D8-40F4-967C-C2806F13F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55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54258-7AA5-ED88-C173-D3C649DEE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5369EE-DE97-860E-0ABE-20115596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1139BF-38FD-62C9-63C7-50CBE907C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62B7AF-CD25-5F10-847C-3A90AFDDB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A030-5F4C-48CC-A8EF-DA38A7D518AE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7352F1-284E-A44D-583A-D2F5A81E3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409B20-00C8-4047-FF82-130B6BAB5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48B7-B4D8-40F4-967C-C2806F13F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384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BA60C-76C1-E4FF-4857-E507CB6D0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D82B64-B4BC-712D-F5B8-F0A9BA9BE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E9B999-AA24-8A79-EE10-0EE6A2BB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A030-5F4C-48CC-A8EF-DA38A7D518AE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D6F85D-97AF-745C-87A5-3E40D8264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D4D3E9-64EC-FDC4-4D28-0E93059D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48B7-B4D8-40F4-967C-C2806F13F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384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A7BAD4-3358-7872-8218-6EFC0F6F6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7C5002-4549-DC2A-4F67-E058FD3A9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E432DA-B182-49A9-4A38-CA8CA4680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A030-5F4C-48CC-A8EF-DA38A7D518AE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86EC71-BB52-1F7B-0C9A-4DC4A848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740D01-0A58-025A-E589-21BB2F47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F48B7-B4D8-40F4-967C-C2806F13F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19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295D7D-BB78-6F81-155B-D8DBF33C5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645EAA-FEEC-22CB-EC82-2AF57DBFF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002169-47C6-7CF0-1809-7C0C42C61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A030-5F4C-48CC-A8EF-DA38A7D518AE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20589E-B7F4-FFFD-F093-271A1AB3C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7EAA1F-CA79-1CDB-25CF-E4DF6C587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F48B7-B4D8-40F4-967C-C2806F13F9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037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D7D2E-AB0A-A9DD-7C2B-7CBD88136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0205NPU POOL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模块实现说明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BD1B8D-DE9D-9A77-F0CC-3FD721A4B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1200"/>
              </a:spcAft>
            </a:pPr>
            <a:r>
              <a:rPr lang="en-US" altLang="zh-CN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POOL_rd_SRAM_ctrl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：读侧调度与地址生成（主控制器）</a:t>
            </a:r>
          </a:p>
          <a:p>
            <a:pPr marL="285750" indent="-285750">
              <a:spcAft>
                <a:spcPts val="1200"/>
              </a:spcAft>
            </a:pPr>
            <a:r>
              <a:rPr lang="en-US" altLang="zh-CN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POOL_cal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：池化计算（当前是 </a:t>
            </a:r>
            <a:r>
              <a:rPr lang="en-US" altLang="zh-CN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max pooling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</a:p>
          <a:p>
            <a:pPr marL="285750" indent="-285750">
              <a:spcAft>
                <a:spcPts val="1200"/>
              </a:spcAft>
            </a:pPr>
            <a:r>
              <a:rPr lang="en-US" altLang="zh-CN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POOL_wr_SRAM_ctrl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：写侧控制与写完成统计</a:t>
            </a:r>
          </a:p>
          <a:p>
            <a:pPr marL="285750" indent="-285750">
              <a:spcAft>
                <a:spcPts val="1200"/>
              </a:spcAft>
            </a:pPr>
            <a:r>
              <a:rPr lang="en-US" altLang="zh-CN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POOL_TOP 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只做例化和连线，不放控制逻辑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5901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59E555-B08E-3D39-2FB2-FBAE6B6B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顶层接口信号说明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0DC2D6-EE24-7C7B-C5C3-BB842448E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BD3299A-4316-1B78-4E64-059423CE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690688"/>
            <a:ext cx="5309550" cy="46531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F2EE028-9C36-5EE0-F813-5DB6ADAE2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8764"/>
            <a:ext cx="5032165" cy="400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80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292639-1F5A-AED4-5E40-1F33683BB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子模块接口信号说明（内部连线）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B8D2DF-4947-37E3-F871-AE2236760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291A7F-9E81-621B-2F7B-99FB22111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15900"/>
            <a:ext cx="7296613" cy="425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5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A76C0-3E5C-CBE0-2956-16C44762E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主控制器逻辑 </a:t>
            </a:r>
            <a:r>
              <a:rPr lang="en-US" altLang="zh-CN" b="1" dirty="0" err="1"/>
              <a:t>POOL_rd_SRAM_ctrl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F694F9-FCD7-D862-19A8-079B6B3A8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1600" dirty="0"/>
              <a:t>维护任务状态：</a:t>
            </a:r>
            <a:r>
              <a:rPr lang="en-US" altLang="zh-CN" sz="1600" dirty="0"/>
              <a:t>running </a:t>
            </a:r>
            <a:r>
              <a:rPr lang="zh-CN" altLang="en-US" sz="1600" dirty="0"/>
              <a:t>控制任务是否在执行，</a:t>
            </a:r>
            <a:r>
              <a:rPr lang="en-US" altLang="zh-CN" sz="1600" dirty="0"/>
              <a:t>start </a:t>
            </a:r>
            <a:r>
              <a:rPr lang="zh-CN" altLang="en-US" sz="1600" dirty="0"/>
              <a:t>触发开始，</a:t>
            </a:r>
            <a:r>
              <a:rPr lang="en-US" altLang="zh-CN" sz="1600" dirty="0"/>
              <a:t>done </a:t>
            </a:r>
            <a:r>
              <a:rPr lang="zh-CN" altLang="en-US" sz="1600" dirty="0"/>
              <a:t>在全部窗口遍历结束时输出。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驱动五层嵌套遍历：遍历顺序是 </a:t>
            </a:r>
            <a:r>
              <a:rPr lang="en-US" altLang="zh-CN" sz="1600" dirty="0" err="1"/>
              <a:t>kx</a:t>
            </a:r>
            <a:r>
              <a:rPr lang="en-US" altLang="zh-CN" sz="1600" dirty="0"/>
              <a:t> -&gt; </a:t>
            </a:r>
            <a:r>
              <a:rPr lang="en-US" altLang="zh-CN" sz="1600" dirty="0" err="1"/>
              <a:t>ky</a:t>
            </a:r>
            <a:r>
              <a:rPr lang="en-US" altLang="zh-CN" sz="1600" dirty="0"/>
              <a:t> -&gt; ow -&gt; oh -&gt; </a:t>
            </a:r>
            <a:r>
              <a:rPr lang="en-US" altLang="zh-CN" sz="1600" dirty="0" err="1"/>
              <a:t>ch</a:t>
            </a:r>
            <a:r>
              <a:rPr lang="zh-CN" altLang="en-US" sz="1600" dirty="0"/>
              <a:t>，等价于软件中的 </a:t>
            </a:r>
            <a:r>
              <a:rPr lang="en-US" altLang="zh-CN" sz="1600" dirty="0"/>
              <a:t>5 </a:t>
            </a:r>
            <a:r>
              <a:rPr lang="zh-CN" altLang="en-US" sz="1600" dirty="0"/>
              <a:t>层循环。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计算输入访问坐标并做越界过滤</a:t>
            </a:r>
          </a:p>
          <a:p>
            <a:pPr marL="457200" lvl="1" indent="0">
              <a:buNone/>
            </a:pPr>
            <a:r>
              <a:rPr lang="en-US" altLang="zh-CN" sz="1400" dirty="0" err="1"/>
              <a:t>ih</a:t>
            </a:r>
            <a:r>
              <a:rPr lang="en-US" altLang="zh-CN" sz="1400" dirty="0"/>
              <a:t> = oh*Sy + </a:t>
            </a:r>
            <a:r>
              <a:rPr lang="en-US" altLang="zh-CN" sz="1400" dirty="0" err="1"/>
              <a:t>ky</a:t>
            </a:r>
            <a:r>
              <a:rPr lang="en-US" altLang="zh-CN" sz="1400" dirty="0"/>
              <a:t> - Py</a:t>
            </a:r>
          </a:p>
          <a:p>
            <a:pPr marL="457200" lvl="1" indent="0">
              <a:buNone/>
            </a:pPr>
            <a:r>
              <a:rPr lang="en-US" altLang="zh-CN" sz="1400" dirty="0" err="1"/>
              <a:t>iw</a:t>
            </a:r>
            <a:r>
              <a:rPr lang="en-US" altLang="zh-CN" sz="1400" dirty="0"/>
              <a:t> = ow*</a:t>
            </a:r>
            <a:r>
              <a:rPr lang="en-US" altLang="zh-CN" sz="1400" dirty="0" err="1"/>
              <a:t>Sx</a:t>
            </a:r>
            <a:r>
              <a:rPr lang="en-US" altLang="zh-CN" sz="1400" dirty="0"/>
              <a:t> + </a:t>
            </a:r>
            <a:r>
              <a:rPr lang="en-US" altLang="zh-CN" sz="1400" dirty="0" err="1"/>
              <a:t>kx</a:t>
            </a:r>
            <a:r>
              <a:rPr lang="en-US" altLang="zh-CN" sz="1400" dirty="0"/>
              <a:t> - </a:t>
            </a:r>
            <a:r>
              <a:rPr lang="en-US" altLang="zh-CN" sz="1400" dirty="0" err="1"/>
              <a:t>Px</a:t>
            </a:r>
            <a:endParaRPr lang="en-US" altLang="zh-CN" sz="1400" dirty="0"/>
          </a:p>
          <a:p>
            <a:pPr marL="457200" lvl="1" indent="0">
              <a:buNone/>
            </a:pPr>
            <a:r>
              <a:rPr lang="zh-CN" altLang="en-US" sz="1400" dirty="0"/>
              <a:t>仅在坐标合法时发起读请求。</a:t>
            </a:r>
          </a:p>
          <a:p>
            <a:endParaRPr lang="zh-CN" altLang="en-US" sz="1600" dirty="0"/>
          </a:p>
          <a:p>
            <a:r>
              <a:rPr lang="zh-CN" altLang="en-US" sz="1600" dirty="0"/>
              <a:t>生成地址和时序对齐信号</a:t>
            </a:r>
          </a:p>
          <a:p>
            <a:pPr marL="457200" lvl="1" indent="0">
              <a:buNone/>
            </a:pPr>
            <a:r>
              <a:rPr lang="zh-CN" altLang="en-US" sz="1400" dirty="0"/>
              <a:t>读地址：输入特征图线性地址</a:t>
            </a:r>
          </a:p>
          <a:p>
            <a:pPr marL="457200" lvl="1" indent="0">
              <a:buNone/>
            </a:pPr>
            <a:r>
              <a:rPr lang="zh-CN" altLang="en-US" sz="1400" dirty="0"/>
              <a:t>写地址：输出特征图线性地址（在输入区后）</a:t>
            </a:r>
          </a:p>
          <a:p>
            <a:pPr marL="457200" lvl="1" indent="0">
              <a:buNone/>
            </a:pPr>
            <a:r>
              <a:rPr lang="en-US" altLang="zh-CN" sz="1400" dirty="0" err="1"/>
              <a:t>win_first</a:t>
            </a:r>
            <a:r>
              <a:rPr lang="en-US" altLang="zh-CN" sz="1400" dirty="0"/>
              <a:t>/</a:t>
            </a:r>
            <a:r>
              <a:rPr lang="en-US" altLang="zh-CN" sz="1400" dirty="0" err="1"/>
              <a:t>win_last</a:t>
            </a:r>
            <a:r>
              <a:rPr lang="en-US" altLang="zh-CN" sz="1400" dirty="0"/>
              <a:t> </a:t>
            </a:r>
            <a:r>
              <a:rPr lang="zh-CN" altLang="en-US" sz="1400" dirty="0"/>
              <a:t>与写地址都打一拍，和 </a:t>
            </a:r>
            <a:r>
              <a:rPr lang="en-US" altLang="zh-CN" sz="1400" dirty="0"/>
              <a:t>SRAM </a:t>
            </a:r>
            <a:r>
              <a:rPr lang="zh-CN" altLang="en-US" sz="1400" dirty="0"/>
              <a:t>读数据有效对齐。</a:t>
            </a:r>
            <a:endParaRPr lang="en-US" altLang="zh-CN" sz="1400" dirty="0"/>
          </a:p>
          <a:p>
            <a:endParaRPr lang="en-US" altLang="zh-CN" sz="1600" dirty="0"/>
          </a:p>
          <a:p>
            <a:r>
              <a:rPr lang="zh-CN" altLang="en-US" sz="1600" dirty="0"/>
              <a:t>关键信号</a:t>
            </a:r>
            <a:r>
              <a:rPr lang="en-US" altLang="zh-CN" sz="1600" dirty="0"/>
              <a:t>		</a:t>
            </a:r>
          </a:p>
          <a:p>
            <a:pPr marL="457200" lvl="1" indent="0">
              <a:buNone/>
            </a:pPr>
            <a:r>
              <a:rPr lang="en-US" altLang="zh-CN" sz="1400" dirty="0" err="1"/>
              <a:t>win_first</a:t>
            </a:r>
            <a:r>
              <a:rPr lang="en-US" altLang="zh-CN" sz="1400" dirty="0"/>
              <a:t> = (</a:t>
            </a:r>
            <a:r>
              <a:rPr lang="en-US" altLang="zh-CN" sz="1400" dirty="0" err="1"/>
              <a:t>kx</a:t>
            </a:r>
            <a:r>
              <a:rPr lang="en-US" altLang="zh-CN" sz="1400" dirty="0"/>
              <a:t>==0 &amp;&amp; </a:t>
            </a:r>
            <a:r>
              <a:rPr lang="en-US" altLang="zh-CN" sz="1400" dirty="0" err="1"/>
              <a:t>ky</a:t>
            </a:r>
            <a:r>
              <a:rPr lang="en-US" altLang="zh-CN" sz="1400" dirty="0"/>
              <a:t>==0)</a:t>
            </a:r>
            <a:r>
              <a:rPr lang="zh-CN" altLang="en-US" sz="1400" dirty="0"/>
              <a:t>：窗口开始</a:t>
            </a:r>
          </a:p>
          <a:p>
            <a:pPr marL="457200" lvl="1" indent="0">
              <a:buNone/>
            </a:pPr>
            <a:r>
              <a:rPr lang="en-US" altLang="zh-CN" sz="1400" dirty="0" err="1"/>
              <a:t>win_last</a:t>
            </a:r>
            <a:r>
              <a:rPr lang="en-US" altLang="zh-CN" sz="1400" dirty="0"/>
              <a:t> = (</a:t>
            </a:r>
            <a:r>
              <a:rPr lang="en-US" altLang="zh-CN" sz="1400" dirty="0" err="1"/>
              <a:t>kx</a:t>
            </a:r>
            <a:r>
              <a:rPr lang="en-US" altLang="zh-CN" sz="1400" dirty="0"/>
              <a:t>==Kx-1 &amp;&amp; </a:t>
            </a:r>
            <a:r>
              <a:rPr lang="en-US" altLang="zh-CN" sz="1400" dirty="0" err="1"/>
              <a:t>ky</a:t>
            </a:r>
            <a:r>
              <a:rPr lang="en-US" altLang="zh-CN" sz="1400" dirty="0"/>
              <a:t>==Ky-1)</a:t>
            </a:r>
            <a:r>
              <a:rPr lang="zh-CN" altLang="en-US" sz="1400" dirty="0"/>
              <a:t>：窗口结束</a:t>
            </a:r>
          </a:p>
          <a:p>
            <a:pPr marL="457200" lvl="1" indent="0">
              <a:buNone/>
            </a:pPr>
            <a:r>
              <a:rPr lang="en-US" altLang="zh-CN" sz="1400" dirty="0" err="1"/>
              <a:t>last_window</a:t>
            </a:r>
            <a:r>
              <a:rPr lang="zh-CN" altLang="en-US" sz="1400" dirty="0"/>
              <a:t>：</a:t>
            </a:r>
            <a:r>
              <a:rPr lang="en-US" altLang="zh-CN" sz="1400" dirty="0" err="1"/>
              <a:t>ch</a:t>
            </a:r>
            <a:r>
              <a:rPr lang="en-US" altLang="zh-CN" sz="1400" dirty="0"/>
              <a:t>/oh/ow </a:t>
            </a:r>
            <a:r>
              <a:rPr lang="zh-CN" altLang="en-US" sz="1400" dirty="0"/>
              <a:t>也都到最后且 </a:t>
            </a:r>
            <a:r>
              <a:rPr lang="en-US" altLang="zh-CN" sz="1400" dirty="0" err="1"/>
              <a:t>win_last</a:t>
            </a:r>
            <a:r>
              <a:rPr lang="en-US" altLang="zh-CN" sz="1400" dirty="0"/>
              <a:t>=1</a:t>
            </a:r>
          </a:p>
          <a:p>
            <a:pPr marL="457200" lvl="1" indent="0">
              <a:buNone/>
            </a:pPr>
            <a:r>
              <a:rPr lang="en-US" altLang="zh-CN" sz="1400" dirty="0"/>
              <a:t>done = last_window_d1</a:t>
            </a:r>
            <a:r>
              <a:rPr lang="zh-CN" altLang="en-US" sz="1400" dirty="0"/>
              <a:t>：完成脉冲</a:t>
            </a:r>
          </a:p>
          <a:p>
            <a:pPr marL="457200" lvl="1" indent="0">
              <a:buNone/>
            </a:pP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75905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1750D3-2468-A9E2-7BCE-CFD5D887D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仿真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847864-62D1-40D5-B912-B0CDED0A4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195AFB-32EB-A4B7-47B1-D7FFF4CB3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54" y="1412776"/>
            <a:ext cx="11076892" cy="531159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6F1C0EB-C807-62F9-C1FC-66AA184E8364}"/>
              </a:ext>
            </a:extLst>
          </p:cNvPr>
          <p:cNvSpPr/>
          <p:nvPr/>
        </p:nvSpPr>
        <p:spPr>
          <a:xfrm>
            <a:off x="3719736" y="2996952"/>
            <a:ext cx="7488832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57A026-FD66-BC2E-0448-8EDF026940F1}"/>
              </a:ext>
            </a:extLst>
          </p:cNvPr>
          <p:cNvSpPr/>
          <p:nvPr/>
        </p:nvSpPr>
        <p:spPr>
          <a:xfrm>
            <a:off x="838200" y="5802594"/>
            <a:ext cx="1585392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27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F6190-E144-FB91-1D9C-57C49A6CE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下一步计划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5F4D08-93A3-94B7-76B6-0DFD24AC8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并行版本</a:t>
            </a:r>
            <a:endParaRPr lang="en-US" altLang="zh-CN" dirty="0"/>
          </a:p>
          <a:p>
            <a:pPr lvl="1"/>
            <a:r>
              <a:rPr lang="zh-CN" altLang="en-US" dirty="0"/>
              <a:t>并行维度：</a:t>
            </a:r>
            <a:r>
              <a:rPr lang="en-US" altLang="zh-CN" dirty="0" err="1"/>
              <a:t>ch</a:t>
            </a:r>
            <a:r>
              <a:rPr lang="en-US" altLang="zh-CN" dirty="0"/>
              <a:t>/</a:t>
            </a:r>
            <a:r>
              <a:rPr lang="zh-CN" altLang="en-US" dirty="0"/>
              <a:t>存储：</a:t>
            </a:r>
            <a:r>
              <a:rPr lang="en-US" altLang="zh-CN" dirty="0"/>
              <a:t>Bank</a:t>
            </a:r>
          </a:p>
          <a:p>
            <a:r>
              <a:rPr lang="zh-CN" altLang="en-US" dirty="0"/>
              <a:t>现有版本：</a:t>
            </a:r>
            <a:endParaRPr lang="en-US" altLang="zh-CN" dirty="0"/>
          </a:p>
          <a:p>
            <a:pPr lvl="1"/>
            <a:r>
              <a:rPr lang="zh-CN" altLang="en-US" dirty="0"/>
              <a:t>单通道串行数据流</a:t>
            </a:r>
            <a:endParaRPr lang="en-US" altLang="zh-CN" dirty="0"/>
          </a:p>
          <a:p>
            <a:pPr lvl="1"/>
            <a:r>
              <a:rPr lang="en-US" altLang="zh-CN" dirty="0"/>
              <a:t>Kx-&gt;</a:t>
            </a:r>
            <a:r>
              <a:rPr lang="en-US" altLang="zh-CN" dirty="0" err="1"/>
              <a:t>ky</a:t>
            </a:r>
            <a:r>
              <a:rPr lang="en-US" altLang="zh-CN" dirty="0"/>
              <a:t>-&gt;ow-&gt;oh-&gt;</a:t>
            </a:r>
            <a:r>
              <a:rPr lang="en-US" altLang="zh-CN" dirty="0" err="1"/>
              <a:t>ch</a:t>
            </a:r>
            <a:endParaRPr lang="en-US" altLang="zh-CN" dirty="0"/>
          </a:p>
          <a:p>
            <a:pPr lvl="1"/>
            <a:r>
              <a:rPr lang="zh-CN" altLang="en-US"/>
              <a:t>存储带宽瓶颈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9440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321</Words>
  <Application>Microsoft Office PowerPoint</Application>
  <PresentationFormat>宽屏</PresentationFormat>
  <Paragraphs>35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Calibri</vt:lpstr>
      <vt:lpstr>Office 主题​​</vt:lpstr>
      <vt:lpstr>0205NPU POOL 模块实现说明</vt:lpstr>
      <vt:lpstr>顶层接口信号说明</vt:lpstr>
      <vt:lpstr>子模块接口信号说明（内部连线）</vt:lpstr>
      <vt:lpstr>主控制器逻辑 POOL_rd_SRAM_ctrl</vt:lpstr>
      <vt:lpstr>仿真</vt:lpstr>
      <vt:lpstr>下一步计划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Tenghao Zhao</dc:creator>
  <cp:lastModifiedBy>Tenghao Zhao</cp:lastModifiedBy>
  <cp:revision>2</cp:revision>
  <dcterms:created xsi:type="dcterms:W3CDTF">2026-03-03T23:49:30Z</dcterms:created>
  <dcterms:modified xsi:type="dcterms:W3CDTF">2026-03-04T00:13:10Z</dcterms:modified>
</cp:coreProperties>
</file>